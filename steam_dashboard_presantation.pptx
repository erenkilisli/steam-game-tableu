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7E6ABBF-AEE5-4C2D-BD94-3CB3D6993CC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mss0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2572894-9AAD-41B9-A37A-23F00A4BB00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13.06.2026 13:40:28 GMT+2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74A48897-1A76-45F6-87CA-056907680C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2026-06-13T11:40:28Z</dcterms:created>
  <dcterms:modified xsi:type="dcterms:W3CDTF">2026-06-13T11:40:28Z</dcterms:modified>
</cp:coreProperties>
</file>